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Apresento a Rubrica SINAPSE-BR IA. O trabalho propõe superar a 'fratura educacional' histórica que divide o pensar do fazer na 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tradicional foca em classificar e dar notas. Para corrigir isso, usamos a metáfora de Saviani: curvar a vara para o lado humano para que ela fique 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avaliação está enraizada no território. O 'Chão Geográfico' é a realidade social de Sobradinho. A teoria é a chama que ilumina esse chão.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Sinapse representa o encontro pedagógico. É o momento em que a avaliação vira um feixe de luz que conecta professor, aluno e tecnologia.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Voxel posiciona o estudante em um espaço 3D de desenvolvimento. A 'Permeabilidade Seletiva' permite que saberes locais entrem no currículo com rigor científico.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é um software isolado, mas um ecossistema. A IA processa dados complexos para que o docente foque no que é insubstituível: a mediação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Analisamos documentos históricos da EMS para validar a dimensão territorial. Tecnologicamente, usamos Python e Streamlit para o protótipo funcional.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avaliação deixa de ser punitiva para ser acolhedora. Reconhecemos as 'rugosidades do território' que impactam o aprendizado.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uma semente. Projetamos agentes de IA com personas pedagógicas (SOPHIA, YA-YA) para que a IA sirva humildemente à liberdade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Agradeço à banca e deixo o repositório à disposição. Estou pronto para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Rubrica SINAPSE-BR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Integrado Neuropsicopedagógico de Avaliação</a:t>
            </a:r>
          </a:p>
          <a:p>
            <a:pPr/>
            <a:r>
              <a:t>Superando a Dualidade Estrutural na EPT</a:t>
            </a:r>
          </a:p>
          <a:p>
            <a:pPr/>
            <a:r>
              <a:t>Integração: Neurociência, Politecnia e Geofilosofia</a:t>
            </a:r>
          </a:p>
          <a:p>
            <a:pPr/>
            <a:r>
              <a:t>Autor: Neirivon Elias Cardoso | Orientadora: Thays Martins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Problema: A Curvatura da Vara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Dualidade Estrutural: Pensar vs. Fazer</a:t>
            </a:r>
          </a:p>
          <a:p>
            <a:pPr/>
            <a:r>
              <a:t>Avaliação Classificatória vs. Formativa</a:t>
            </a:r>
          </a:p>
          <a:p>
            <a:pPr/>
            <a:r>
              <a:t>Metáfora: 'A Curvatura da Vara' (Saviani)</a:t>
            </a:r>
          </a:p>
          <a:p>
            <a:pPr/>
            <a:r>
              <a:t>Objetivo: Equilíbrio entre Técnica e Formação Humana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Fundamentação: O Chão e a Luz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Geofilosofia (Fernandes, 2023)</a:t>
            </a:r>
          </a:p>
          <a:p>
            <a:pPr/>
            <a:r>
              <a:t>Metáfora: 'O Chão Geográfico'</a:t>
            </a:r>
          </a:p>
          <a:p>
            <a:pPr/>
            <a:r>
              <a:t>Metáfora: 'A Teoria como Luz' (Freire)</a:t>
            </a:r>
          </a:p>
          <a:p>
            <a:pPr/>
            <a:r>
              <a:t>Contexto: Sobradinho e o Triângulo Mineiro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Conexão: Metáfora da Sinapse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Nome do Projeto: SINAPSE-BR IA</a:t>
            </a:r>
          </a:p>
          <a:p>
            <a:pPr/>
            <a:r>
              <a:t>Metáfora: 'A Sinapse Pedagógica'</a:t>
            </a:r>
          </a:p>
          <a:p>
            <a:pPr/>
            <a:r>
              <a:t>Conexão: Ensino + Aprendizagem + Tecnologia</a:t>
            </a:r>
          </a:p>
          <a:p>
            <a:pPr/>
            <a:r>
              <a:t>Transformação: Dado -&gt; Informação -&gt; Formação Humana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Produto: O Voxel e a Permeabilidade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Metáfora: 'O Voxel' (Marcador 3D de Precisão)</a:t>
            </a:r>
          </a:p>
          <a:p>
            <a:pPr/>
            <a:r>
              <a:t>Metáfora: 'Permeabilidade Seletiva' (Biologia Celular)</a:t>
            </a:r>
          </a:p>
          <a:p>
            <a:pPr/>
            <a:r>
              <a:t>Dimensões: Cognitiva, Práxis, Territorial</a:t>
            </a:r>
          </a:p>
          <a:p>
            <a:pPr/>
            <a:r>
              <a:t>Avaliação Multidimensional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no Ecossistema Avaliativo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Metáfora: 'O Ecossistema Avaliativo'</a:t>
            </a:r>
          </a:p>
          <a:p>
            <a:pPr/>
            <a:r>
              <a:t>IA como Tecnologia Assistiva (Nicolelis)</a:t>
            </a:r>
          </a:p>
          <a:p>
            <a:pPr/>
            <a:r>
              <a:t>Interdependência: IA, Professores e Alunos</a:t>
            </a:r>
          </a:p>
          <a:p>
            <a:pPr/>
            <a:r>
              <a:t>Foco: Mediação Humana e Escuta Pedagógica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e Validação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Design-Based Research (DBR)</a:t>
            </a:r>
          </a:p>
          <a:p>
            <a:pPr/>
            <a:r>
              <a:t>Arqueologia Educativa e Documental</a:t>
            </a:r>
          </a:p>
          <a:p>
            <a:pPr/>
            <a:r>
              <a:t>Tecnologias: Python, Streamlit e LLMs</a:t>
            </a:r>
          </a:p>
          <a:p>
            <a:pPr/>
            <a:r>
              <a:t>Validação: Matriz de Mullinix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Hospitalidade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Transparência e Combate à Evasão</a:t>
            </a:r>
          </a:p>
          <a:p>
            <a:pPr/>
            <a:r>
              <a:t>Justiça Curricular e Territorial</a:t>
            </a:r>
          </a:p>
          <a:p>
            <a:pPr/>
            <a:r>
              <a:t>Hospitalidade Técnica (Fernandes, 2023)</a:t>
            </a:r>
          </a:p>
          <a:p>
            <a:pPr/>
            <a:r>
              <a:t>Registro Burocrático -&gt; Emancipação Humana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Futuro: Ecossistema SINAPSE Total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Próximos Passos: Mestrado (ProfEPT)</a:t>
            </a:r>
          </a:p>
          <a:p>
            <a:pPr/>
            <a:r>
              <a:t>Expansão para Ecossistema Total</a:t>
            </a:r>
          </a:p>
          <a:p>
            <a:pPr/>
            <a:r>
              <a:t>Novos Agentes: SOPHIA, YA-YA, MANNA, ROTOR</a:t>
            </a:r>
          </a:p>
          <a:p>
            <a:pPr/>
            <a:r>
              <a:t>IA a Serviço da Emancipação Humana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Agradecimentos e 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Principais Referências: Saviani, Santos, Fernandes</a:t>
            </a:r>
          </a:p>
          <a:p>
            <a:pPr/>
            <a:r>
              <a:t>Agradecimento especial à Dra. Thays Martins</a:t>
            </a:r>
          </a:p>
          <a:p>
            <a:pPr/>
            <a:r>
              <a:t>QR Code para Repositório (GitHub)</a:t>
            </a:r>
          </a:p>
          <a:p>
            <a:pPr/>
            <a:r>
              <a:t>Dúvidas e Arguição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